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19"/>
  </p:normalViewPr>
  <p:slideViewPr>
    <p:cSldViewPr snapToGrid="0">
      <p:cViewPr varScale="1">
        <p:scale>
          <a:sx n="88" d="100"/>
          <a:sy n="88" d="100"/>
        </p:scale>
        <p:origin x="176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D4CEA-F46C-19F9-C24A-53D83D2F4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78638-E21A-5BB4-3F1C-0F432CE666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FB5BB-9313-57E6-0095-49AEB782C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06866-D7CC-C84A-83D2-11F67F3E8DD5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49CCA-7013-ED45-8E8C-915DD3C1B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799A5-6F9C-A8DE-D108-2FB555E13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C6FA9-9F78-7C40-8EB4-EBD52A731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379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EDFBE-1BEA-0AB1-2F0A-EA1C4DB8D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3E7DB-2F9B-D125-0C4A-4923232FF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891FD-426D-EA2D-5EFE-A5C073B93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06866-D7CC-C84A-83D2-11F67F3E8DD5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59A0D-64E5-FFF8-EDF3-327C96F65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56745-FB32-9217-7AF1-2AB5C6562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C6FA9-9F78-7C40-8EB4-EBD52A731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631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836CE-3D53-1BC9-DBA7-74941AE07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671AD-1E54-FDD6-84A3-C73CD42E2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AD5FB-CE62-8A6C-0664-009BEC421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06866-D7CC-C84A-83D2-11F67F3E8DD5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CCA5F-999D-9C44-7EB6-AF671E9E7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0C8EF-E20E-34EF-78EF-6C37C5B37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C6FA9-9F78-7C40-8EB4-EBD52A731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242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BDF01-983C-258A-0C7C-66B4DC81C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EB95C-189E-17E9-77A9-D491C4835D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B6C540-D17F-CD8B-8B7D-0D0429FE33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91784-EF1B-3425-B1C1-E49222F3A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06866-D7CC-C84A-83D2-11F67F3E8DD5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5F72AD-3D00-CB89-7755-5243C2225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36ACA7-959C-F6B3-392C-28A422308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C6FA9-9F78-7C40-8EB4-EBD52A731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978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41977-5F74-4319-875F-B446FF1E0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0502B-38FE-3A4C-554E-6B28067B8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303A6-8306-ACCF-7A4C-F56EF7BF5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27CFE4-CF72-817E-41E1-2F05087803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ACF773-154C-1C70-D241-C3DE85F719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C34FBB-6518-F11A-6B2C-7130D5EE6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06866-D7CC-C84A-83D2-11F67F3E8DD5}" type="datetimeFigureOut">
              <a:rPr lang="en-US" smtClean="0"/>
              <a:t>3/5/26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B5C902-96E9-59E3-5E85-BF073F637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D59440-4E67-AEB7-722C-282825F6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C6FA9-9F78-7C40-8EB4-EBD52A731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42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BAAD-1060-426A-7E18-4BAD11FC2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45CD1A-B79E-FE8C-FBFD-9130C8A29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06866-D7CC-C84A-83D2-11F67F3E8DD5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ACD848-C3EB-80B8-7B69-929AF0A3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8BEA07-CBEE-CB56-1ED2-4EACC28BE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C6FA9-9F78-7C40-8EB4-EBD52A731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68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6BC3C8-D44F-EF53-962D-2CE38663F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06866-D7CC-C84A-83D2-11F67F3E8DD5}" type="datetimeFigureOut">
              <a:rPr lang="en-US" smtClean="0"/>
              <a:t>3/5/26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AEEC5D-A2D8-F454-29A6-486E7DAA4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FCC6C-1F4D-E2DB-1DEE-7DA98B02F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C6FA9-9F78-7C40-8EB4-EBD52A731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498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748B9-AE66-4700-2DC3-51E6DA0B4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EB0F3-A304-887A-9D98-FE5127B23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F9CB72-89A2-1FEB-6D8F-3A44B2060C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BDBE0-8E45-A287-7588-79FDA52FB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06866-D7CC-C84A-83D2-11F67F3E8DD5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9A927-8A13-5D68-7428-0664F2266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4FEB1-6624-5B2C-5816-477432359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C6FA9-9F78-7C40-8EB4-EBD52A731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638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03E81-A26B-DA9F-EBE8-FA8FD5349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6AAB1F-9E6D-4FE8-B43A-96E41C0601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27223F-9380-CA3E-7AAF-6E46DC507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ADC4FD-644A-EF25-CFE1-530084BEC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06866-D7CC-C84A-83D2-11F67F3E8DD5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F3E9F7-1DCA-9541-6F67-324FB4B7D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44852-A039-D9B1-4BE2-B28E0C192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C6FA9-9F78-7C40-8EB4-EBD52A731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767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E09C9-FF14-24CF-5C91-58BF9A839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C6D76D-70AF-D8A6-DFBB-A265FE8515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AD2E7-5E5E-3ED3-6303-72EBDEA6A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06866-D7CC-C84A-83D2-11F67F3E8DD5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46F43-77FA-EB59-3D42-745011627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BACEA-2100-A1AF-10EE-B94DFD021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C6FA9-9F78-7C40-8EB4-EBD52A731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184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5807A1-A652-ED37-71E4-FA651A884C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31A226-4BA5-2529-B69A-913BC36AF1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12724-1150-1A61-EAA0-6BAB9EDB1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06866-D7CC-C84A-83D2-11F67F3E8DD5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A30E6-9DDF-8F26-CFAC-2373533EA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95826-A6F7-30F0-F5A8-80503C8A4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C6FA9-9F78-7C40-8EB4-EBD52A731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979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1AAC2D-9714-B580-9B83-486B21DCF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985FA-F077-7A82-2945-2C8715177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43345-6C72-F15D-01A9-94B724BE60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406866-D7CC-C84A-83D2-11F67F3E8DD5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833D7-83B3-A2A1-0956-3A7B82CF29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90CB1-454C-3630-2763-C7DDEFB4A4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FC6FA9-9F78-7C40-8EB4-EBD52A731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03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D2A33F8-5B6A-28FE-3C94-A30ECDE9F450}"/>
              </a:ext>
            </a:extLst>
          </p:cNvPr>
          <p:cNvSpPr/>
          <p:nvPr/>
        </p:nvSpPr>
        <p:spPr>
          <a:xfrm>
            <a:off x="0" y="0"/>
            <a:ext cx="626095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87AEFB-4B55-2F01-EFC5-5F72666451F2}"/>
              </a:ext>
            </a:extLst>
          </p:cNvPr>
          <p:cNvSpPr txBox="1"/>
          <p:nvPr/>
        </p:nvSpPr>
        <p:spPr>
          <a:xfrm>
            <a:off x="320441" y="1386574"/>
            <a:ext cx="2810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0" dirty="0">
                <a:solidFill>
                  <a:srgbClr val="FFFFFF"/>
                </a:solidFill>
                <a:effectLst/>
                <a:latin typeface="Montserrat" pitchFamily="2" charset="77"/>
              </a:rPr>
              <a:t>Orange Code BYTE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8F70B0-8D5B-48DB-F6D0-6E2BB4FB5C04}"/>
              </a:ext>
            </a:extLst>
          </p:cNvPr>
          <p:cNvSpPr txBox="1"/>
          <p:nvPr/>
        </p:nvSpPr>
        <p:spPr>
          <a:xfrm>
            <a:off x="204396" y="2194558"/>
            <a:ext cx="547564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Enterprise Chit Fund Management Software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61659A-FB32-EE8F-98CF-3CB1134CF497}"/>
              </a:ext>
            </a:extLst>
          </p:cNvPr>
          <p:cNvSpPr txBox="1"/>
          <p:nvPr/>
        </p:nvSpPr>
        <p:spPr>
          <a:xfrm>
            <a:off x="564775" y="5294752"/>
            <a:ext cx="51152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D1D5DB"/>
                </a:solidFill>
                <a:effectLst/>
                <a:latin typeface="Roboto" panose="02000000000000000000" pitchFamily="2" charset="0"/>
              </a:rPr>
              <a:t>A scalable, secure, and mobile-first digital solution for modern chit fund operations.</a:t>
            </a:r>
            <a:endParaRPr lang="en-US" dirty="0"/>
          </a:p>
        </p:txBody>
      </p:sp>
      <p:pic>
        <p:nvPicPr>
          <p:cNvPr id="21" name="Picture 20" descr="A logo of an orange with a leaf&#10;&#10;AI-generated content may be incorrect.">
            <a:extLst>
              <a:ext uri="{FF2B5EF4-FFF2-40B4-BE49-F238E27FC236}">
                <a16:creationId xmlns:a16="http://schemas.microsoft.com/office/drawing/2014/main" id="{2EE0C1B5-BE21-4566-808B-131C2F54C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96" y="67110"/>
            <a:ext cx="1874187" cy="187418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3AAE36E-CDC5-FB89-CB25-485B831BF20E}"/>
              </a:ext>
            </a:extLst>
          </p:cNvPr>
          <p:cNvSpPr txBox="1"/>
          <p:nvPr/>
        </p:nvSpPr>
        <p:spPr>
          <a:xfrm>
            <a:off x="204396" y="1902123"/>
            <a:ext cx="25533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n-US" b="1" i="0" cap="all" dirty="0">
                <a:solidFill>
                  <a:srgbClr val="FF8C00"/>
                </a:solidFill>
                <a:effectLst/>
                <a:latin typeface="Roboto" panose="02000000000000000000" pitchFamily="2" charset="0"/>
              </a:rPr>
              <a:t>Business Proposal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DC8182-26B7-8A9F-B9D0-5BCE753693E7}"/>
              </a:ext>
            </a:extLst>
          </p:cNvPr>
          <p:cNvSpPr txBox="1"/>
          <p:nvPr/>
        </p:nvSpPr>
        <p:spPr>
          <a:xfrm>
            <a:off x="320441" y="6030209"/>
            <a:ext cx="1912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cap="all" dirty="0">
                <a:solidFill>
                  <a:srgbClr val="9CA3AF"/>
                </a:solidFill>
                <a:effectLst/>
                <a:latin typeface="Roboto" panose="02000000000000000000" pitchFamily="2" charset="0"/>
              </a:rPr>
              <a:t>Prepared For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42C3F5-FCD1-8FD9-F0AF-93690E20BFE7}"/>
              </a:ext>
            </a:extLst>
          </p:cNvPr>
          <p:cNvSpPr txBox="1"/>
          <p:nvPr/>
        </p:nvSpPr>
        <p:spPr>
          <a:xfrm>
            <a:off x="320441" y="6377111"/>
            <a:ext cx="31459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FFFFFF"/>
                </a:solidFill>
                <a:effectLst/>
                <a:latin typeface="Montserrat" pitchFamily="2" charset="77"/>
              </a:rPr>
              <a:t>Ashta Siri Chits Pvt Ltd</a:t>
            </a:r>
          </a:p>
        </p:txBody>
      </p:sp>
    </p:spTree>
    <p:extLst>
      <p:ext uri="{BB962C8B-B14F-4D97-AF65-F5344CB8AC3E}">
        <p14:creationId xmlns:p14="http://schemas.microsoft.com/office/powerpoint/2010/main" val="2795156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32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Montserrat</vt:lpstr>
      <vt:lpstr>Roboto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Premanand G</dc:creator>
  <cp:lastModifiedBy>Premanand G</cp:lastModifiedBy>
  <cp:revision>1</cp:revision>
  <dcterms:created xsi:type="dcterms:W3CDTF">2026-03-05T04:31:33Z</dcterms:created>
  <dcterms:modified xsi:type="dcterms:W3CDTF">2026-03-05T05:00:25Z</dcterms:modified>
</cp:coreProperties>
</file>